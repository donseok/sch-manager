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42병동 간호사 근무표 관리 시스템  |  퀵 매뉴얼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Malgun Gothic"/>
              </a:defRPr>
            </a:pPr>
            <a:r>
              <a:t>시스템 개요 및 근무표 작성 · 편집 워크플로우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시스템 접속 및 메뉴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브라우저에서 시스템 URL 접속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좌측 사이드바 메뉴 구성: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  📊 대시보드 — 금일 현황 확인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  📋 근무표 관리 — 생성/편집/확정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  👤 간호사 관리 — 등록/수정/삭제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37160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근무표 생성 → 편집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74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근무표 관리 → [새 근무표] 클릭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연도/월 선택 후 생성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수간호사·책임간호사 자동 배정 (평일=D, 주말=O)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셀 클릭하여 근무코드 변경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1371600"/>
            <a:ext cx="36576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58784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저장 →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4" y="1874520"/>
            <a:ext cx="3246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[저장] 클릭 → 변경사항 DB 반영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모든 간호사의 모든 날짜 입력 완료 필요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[확정] 클릭 → 월별 1개만 확정 가능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확정 후 대시보드에 자동 반영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694944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40"/>
            <a:ext cx="6172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셀 입력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6537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클릭 입력: 셀 클릭 → 팝업에서 근무코드 선택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드래그 선택: 마우스 드래그로 여러 셀 범위 선택 후 일괄 입력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Shift + 클릭: 시작 셀 클릭 → Shift + 끝 셀 클릭으로 범위 확장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Ctrl+C / Ctrl+V: 선택 영역 복사 → 다른 위치에 붙여넣기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탭 구분자(TSV) 형식 지원 — 엑셀에서 복사한 데이터 붙여넣기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657600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Malgun Gothic"/>
              </a:defRPr>
            </a:pPr>
            <a:r>
              <a:t>근무코드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08392" y="3977640"/>
            <a:ext cx="4325112" cy="59436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050792"/>
            <a:ext cx="10126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Malgun Gothic"/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4297680"/>
            <a:ext cx="10126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0" y="4050792"/>
            <a:ext cx="10126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0" y="4297680"/>
            <a:ext cx="10126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저녁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0948" y="4050792"/>
            <a:ext cx="10126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Malgun Gothic"/>
              </a:defRPr>
            </a:pPr>
            <a: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0948" y="4297680"/>
            <a:ext cx="10126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야간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3646" y="4050792"/>
            <a:ext cx="10126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algun Gothic"/>
              </a:defRPr>
            </a:pPr>
            <a: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3646" y="4297680"/>
            <a:ext cx="101269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공휴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08392" y="4690872"/>
            <a:ext cx="4325112" cy="594360"/>
          </a:xfrm>
          <a:prstGeom prst="roundRect">
            <a:avLst>
              <a:gd name="adj" fmla="val 4000"/>
            </a:avLst>
          </a:prstGeom>
          <a:solidFill>
            <a:srgbClr val="EFF2F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4764024"/>
            <a:ext cx="1350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748B"/>
                </a:solidFill>
                <a:latin typeface="Malgun Gothic"/>
              </a:defRPr>
            </a:pPr>
            <a: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5010912"/>
            <a:ext cx="1350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휴무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5816" y="4764024"/>
            <a:ext cx="1350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Malgun Gothic"/>
              </a:defRPr>
            </a:pPr>
            <a: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5816" y="5010912"/>
            <a:ext cx="1350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6080" y="4764024"/>
            <a:ext cx="1350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Malgun Gothic"/>
              </a:defRPr>
            </a:pPr>
            <a: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6080" y="5010912"/>
            <a:ext cx="1350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B5563"/>
                </a:solidFill>
                <a:latin typeface="Malgun Gothic"/>
              </a:defRPr>
            </a:pPr>
            <a:r>
              <a:t>기타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263640"/>
            <a:ext cx="11274552" cy="4114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Malgun Gothic"/>
              </a:defRPr>
            </a:pPr>
            <a:r>
              <a:t>워크플로우 요약:   간호사 등록  →  새 근무표 생성  →  셀 입력  →  저장  →  확정  →  대시보드 반영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42병동 간호사 근무표 관리 시스템  |  퀵 매뉴얼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Malgun Gothic"/>
              </a:defRPr>
            </a:pPr>
            <a:r>
              <a:t>주요 기능 및 대시보드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엑셀 다운로드 / 인쇄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[엑셀 다운로드] → .xlsx 파일 저장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근무표 서식 그대로 다운로드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[인쇄] → 인쇄 전용 레이아웃으로 출력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브라우저 인쇄 기능 활용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371600"/>
            <a:ext cx="36576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이전 월 참조 / 사원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745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[이전 월 불러오기] → 전월 확정 데이터 참조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[사원 추가] → 근무표에 간호사 추가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[사원 제거] → 근무표에서 간호사 제외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[초기화] → 전체 셀 초기화 (저장 전 확인!)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75904" y="1371600"/>
            <a:ext cx="36576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58784" y="153619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150876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확정 / 확정 취소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4" y="18745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확정 조건: 저장 완료 + 빈 셀 없음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월별 1개 근무표만 확정 가능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확정 후 편집/저장/초기화 잠김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[확정 취소] → 다시 수정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69494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68503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57600"/>
            <a:ext cx="6172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대시보드 활용 (확정된 근무표 기반)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6537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금일 근무현황 — 오늘 D/E/N/O/X별 간호사 목록 확인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주간 미리보기 — 이번 주 근무 배치 한눈에 파악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공정성 지표 — 간호사별 D/E/N/O/X 횟수 분포 확인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알림 확인 — 연속 근무 5일 이상, N→D 연속 배치 등 경고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인력 현황 — 직위별 간호사 수, 근무 중/휴무 인원 통계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※ 대시보드는 확정된 근무표만 표시됩니다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3520440"/>
            <a:ext cx="4325112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91272" y="3685032"/>
            <a:ext cx="320040" cy="32004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657600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Malgun Gothic"/>
              </a:defRPr>
            </a:pPr>
            <a:r>
              <a:t>간호사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4023360"/>
            <a:ext cx="39136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간호사 관리 메뉴에서 등록/수정/삭제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필수 정보: 사원번호, 사원명, 직위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직위: HN(수간호사), CN(책임간호사),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        AN(주임간호사), RN(일반간호사)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정렬순서로 근무표 표시 순서 결정</a:t>
            </a:r>
          </a:p>
          <a:p>
            <a:pPr>
              <a:lnSpc>
                <a:spcPct val="120000"/>
              </a:lnSpc>
              <a:spcAft>
                <a:spcPts val="200"/>
              </a:spcAft>
              <a:defRPr sz="1050">
                <a:solidFill>
                  <a:srgbClr val="4B5563"/>
                </a:solidFill>
                <a:latin typeface="Malgun Gothic"/>
              </a:defRPr>
            </a:pPr>
            <a:r>
              <a:t>  •  팀 배정 및 활성화 상태 관리 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263640"/>
            <a:ext cx="11274552" cy="4114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5F"/>
                </a:solidFill>
                <a:latin typeface="Malgun Gothic"/>
              </a:defRPr>
            </a:pPr>
            <a:r>
              <a:t>💡 팁:  확정 전에는 자유롭게 수정 가능  |  변경 이력에서 수정 내역 추적 가능  |  문의: 시스템 관리자에게 연락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